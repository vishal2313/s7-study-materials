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62" r:id="rId5"/>
    <p:sldId id="272" r:id="rId6"/>
    <p:sldId id="263" r:id="rId7"/>
    <p:sldId id="274" r:id="rId8"/>
    <p:sldId id="264" r:id="rId9"/>
    <p:sldId id="276" r:id="rId10"/>
    <p:sldId id="258" r:id="rId11"/>
    <p:sldId id="265" r:id="rId12"/>
    <p:sldId id="278" r:id="rId13"/>
    <p:sldId id="266" r:id="rId14"/>
    <p:sldId id="280" r:id="rId15"/>
    <p:sldId id="282" r:id="rId16"/>
    <p:sldId id="259" r:id="rId17"/>
    <p:sldId id="267" r:id="rId18"/>
    <p:sldId id="268" r:id="rId19"/>
    <p:sldId id="260" r:id="rId20"/>
    <p:sldId id="261" r:id="rId21"/>
    <p:sldId id="269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58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A240C-6AC6-4EB8-B69F-8706E11C60D0}" type="datetimeFigureOut">
              <a:rPr lang="en-US" smtClean="0"/>
              <a:t>10/6/2018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8DB1D-E23E-42C7-9A0B-0DFADCDA0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945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A240C-6AC6-4EB8-B69F-8706E11C60D0}" type="datetimeFigureOut">
              <a:rPr lang="en-US" smtClean="0"/>
              <a:t>10/6/2018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8DB1D-E23E-42C7-9A0B-0DFADCDA0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557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A240C-6AC6-4EB8-B69F-8706E11C60D0}" type="datetimeFigureOut">
              <a:rPr lang="en-US" smtClean="0"/>
              <a:t>10/6/2018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8DB1D-E23E-42C7-9A0B-0DFADCDA0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622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A240C-6AC6-4EB8-B69F-8706E11C60D0}" type="datetimeFigureOut">
              <a:rPr lang="en-US" smtClean="0"/>
              <a:t>10/6/2018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8DB1D-E23E-42C7-9A0B-0DFADCDA0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5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A240C-6AC6-4EB8-B69F-8706E11C60D0}" type="datetimeFigureOut">
              <a:rPr lang="en-US" smtClean="0"/>
              <a:t>10/6/2018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8DB1D-E23E-42C7-9A0B-0DFADCDA0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026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A240C-6AC6-4EB8-B69F-8706E11C60D0}" type="datetimeFigureOut">
              <a:rPr lang="en-US" smtClean="0"/>
              <a:t>10/6/2018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8DB1D-E23E-42C7-9A0B-0DFADCDA0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578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A240C-6AC6-4EB8-B69F-8706E11C60D0}" type="datetimeFigureOut">
              <a:rPr lang="en-US" smtClean="0"/>
              <a:t>10/6/2018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8DB1D-E23E-42C7-9A0B-0DFADCDA0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705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A240C-6AC6-4EB8-B69F-8706E11C60D0}" type="datetimeFigureOut">
              <a:rPr lang="en-US" smtClean="0"/>
              <a:t>10/6/2018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8DB1D-E23E-42C7-9A0B-0DFADCDA0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88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A240C-6AC6-4EB8-B69F-8706E11C60D0}" type="datetimeFigureOut">
              <a:rPr lang="en-US" smtClean="0"/>
              <a:t>10/6/2018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8DB1D-E23E-42C7-9A0B-0DFADCDA0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616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A240C-6AC6-4EB8-B69F-8706E11C60D0}" type="datetimeFigureOut">
              <a:rPr lang="en-US" smtClean="0"/>
              <a:t>10/6/2018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8DB1D-E23E-42C7-9A0B-0DFADCDA0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587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A240C-6AC6-4EB8-B69F-8706E11C60D0}" type="datetimeFigureOut">
              <a:rPr lang="en-US" smtClean="0"/>
              <a:t>10/6/2018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8DB1D-E23E-42C7-9A0B-0DFADCDA0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705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A240C-6AC6-4EB8-B69F-8706E11C60D0}" type="datetimeFigureOut">
              <a:rPr lang="en-US" smtClean="0"/>
              <a:t>10/6/2018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B1D-E23E-42C7-9A0B-0DFADCDA0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241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1"/>
            <a:ext cx="7772400" cy="12192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SQL Statements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1524000"/>
            <a:ext cx="7620000" cy="4953000"/>
          </a:xfrm>
        </p:spPr>
        <p:txBody>
          <a:bodyPr>
            <a:normAutofit/>
          </a:bodyPr>
          <a:lstStyle/>
          <a:p>
            <a:pPr marL="457200" indent="-457200" algn="just">
              <a:buFont typeface="Arial" pitchFamily="34" charset="0"/>
              <a:buChar char="•"/>
            </a:pPr>
            <a:endParaRPr lang="en-US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SQL is a standard language for storing, retrieving and manipulating data in databases.</a:t>
            </a:r>
          </a:p>
          <a:p>
            <a:pPr marL="457200" indent="-457200" algn="just">
              <a:buFont typeface="Arial" pitchFamily="34" charset="0"/>
              <a:buChar char="•"/>
            </a:pPr>
            <a:endParaRPr lang="en-US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 is a language to operate databases.</a:t>
            </a:r>
          </a:p>
          <a:p>
            <a:pPr marL="457200" indent="-457200" algn="just">
              <a:buFont typeface="Arial" pitchFamily="34" charset="0"/>
              <a:buChar char="•"/>
            </a:pPr>
            <a:endParaRPr lang="en-US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 is the standard language for relational database system.</a:t>
            </a:r>
          </a:p>
          <a:p>
            <a:pPr marL="457200" indent="-457200" algn="just">
              <a:buFont typeface="Arial" pitchFamily="34" charset="0"/>
              <a:buChar char="•"/>
            </a:pPr>
            <a:endParaRPr lang="en-US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SQL allows user to define the data in the database and to manipulate the data.</a:t>
            </a:r>
          </a:p>
          <a:p>
            <a:pPr marL="457200" indent="-457200" algn="just">
              <a:buFont typeface="Arial" pitchFamily="34" charset="0"/>
              <a:buChar char="•"/>
            </a:pPr>
            <a:endParaRPr lang="en-US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SQL statements are DDL, DML, DCL and TCL.</a:t>
            </a:r>
          </a:p>
          <a:p>
            <a:pPr lvl="6" algn="just"/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339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DDL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Data Definition Language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statements are used to create , drop and alter the database objects.</a:t>
            </a:r>
          </a:p>
          <a:p>
            <a:pPr marL="0" indent="0" algn="just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Create  -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used to define new objects.</a:t>
            </a: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Drop    -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It is used to remove the existing objects.</a:t>
            </a: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Alter    –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used to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modify the existing objects.</a:t>
            </a: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Truncate table –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Used to delete complete data from an existing table.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372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Consider this table for whole querying explanation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5038265"/>
              </p:ext>
            </p:extLst>
          </p:nvPr>
        </p:nvGraphicFramePr>
        <p:xfrm>
          <a:off x="457200" y="1600200"/>
          <a:ext cx="80772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1996440"/>
                <a:gridCol w="1645920"/>
                <a:gridCol w="1645920"/>
                <a:gridCol w="14935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  <a:cs typeface="Times New Roman" pitchFamily="18" charset="0"/>
                        </a:rPr>
                        <a:t>PERSON</a:t>
                      </a:r>
                      <a:r>
                        <a:rPr lang="en-US" dirty="0" smtClean="0">
                          <a:latin typeface="+mn-lt"/>
                        </a:rPr>
                        <a:t> ID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LAST NAME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FIRST NAME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ADDRESS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CITY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111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MUKUND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RAVI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TAMILNADU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CHEPAUK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112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CHANDRAN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ABHINAV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AMERICA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NEWYORK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113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ABHINAV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ARJUN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NAINITAL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114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BAILLEY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GEORGE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FLORA</a:t>
                      </a:r>
                      <a:r>
                        <a:rPr lang="en-US" baseline="0" dirty="0" smtClean="0"/>
                        <a:t> PARK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ARGENTINA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115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ROBORT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FROST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BROOKLEY 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MEXICO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116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RAJAN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PRAKASH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DELHI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117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RAGHU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RAMAN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CHENNAI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9859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Syntax for DML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Create</a:t>
            </a:r>
          </a:p>
          <a:p>
            <a:pPr marL="0" indent="0" algn="just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CREATE TABLE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table_name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(column1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datatype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, column2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datatype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, column3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datatype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……..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columnN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datatype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, PRIMARY KEY (one or more columns));</a:t>
            </a:r>
          </a:p>
          <a:p>
            <a:pPr marL="0" indent="0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 algn="just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CREATE TABLE Persons (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PersonID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LastName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varchar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(255),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FirstName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varchar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(255), Address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varchar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(255), City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varchar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(255));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313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Table created….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6567531"/>
              </p:ext>
            </p:extLst>
          </p:nvPr>
        </p:nvGraphicFramePr>
        <p:xfrm>
          <a:off x="457200" y="1600200"/>
          <a:ext cx="80772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1996440"/>
                <a:gridCol w="1645920"/>
                <a:gridCol w="1645920"/>
                <a:gridCol w="14935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  <a:cs typeface="Times New Roman" pitchFamily="18" charset="0"/>
                        </a:rPr>
                        <a:t>PERSON</a:t>
                      </a:r>
                      <a:r>
                        <a:rPr lang="en-US" dirty="0" smtClean="0">
                          <a:latin typeface="+mn-lt"/>
                        </a:rPr>
                        <a:t> ID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LAST NAME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FIRST NAME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ADDRESS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CITY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111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MUKUND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RAVI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TAMILNADU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CHEPAUK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112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CHANDRAN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ABHINAV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AMERICA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NEWYORK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113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ABHINAV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ARJUN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NAINITAL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114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BAILLEY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GEORGE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FLORA</a:t>
                      </a:r>
                      <a:r>
                        <a:rPr lang="en-US" baseline="0" dirty="0" smtClean="0"/>
                        <a:t> PARK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ARGENTINA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115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ROBORT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FROST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BROOKLEY 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MEXICO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116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RAJAN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PRAKASH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DELHI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117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RAGHU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RAMAN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CHENNAI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0585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Drop</a:t>
            </a:r>
          </a:p>
          <a:p>
            <a:pPr marL="0" indent="0" algn="just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DROP TABLE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table_name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DROP TABLE Persons;</a:t>
            </a:r>
          </a:p>
          <a:p>
            <a:pPr marL="0" indent="0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Alter</a:t>
            </a:r>
          </a:p>
          <a:p>
            <a:pPr marL="0" indent="0" algn="just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ALTER TABLE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table_name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ADD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column_name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datatype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ALTER TABLE  Persons ADD Email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varchar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(255);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538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Table altered…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8275648"/>
              </p:ext>
            </p:extLst>
          </p:nvPr>
        </p:nvGraphicFramePr>
        <p:xfrm>
          <a:off x="457200" y="1600200"/>
          <a:ext cx="8077200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86"/>
                <a:gridCol w="1436914"/>
                <a:gridCol w="1219200"/>
                <a:gridCol w="1447800"/>
                <a:gridCol w="1295400"/>
                <a:gridCol w="1600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  <a:cs typeface="Times New Roman" pitchFamily="18" charset="0"/>
                        </a:rPr>
                        <a:t>PERSON</a:t>
                      </a:r>
                      <a:r>
                        <a:rPr lang="en-US" dirty="0" smtClean="0">
                          <a:latin typeface="+mn-lt"/>
                        </a:rPr>
                        <a:t> ID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LAST NAME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FIRST NAME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ADDRESS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CITY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EMAIL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111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MUKUND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RAVI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TAMILNADU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CHEPAUK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112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CHANDRAN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ABHINAV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AMERICA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NEWYORK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113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ABHINAV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ARJUN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NAINITAL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114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BAILLEY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GEORGE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FLORA</a:t>
                      </a:r>
                      <a:r>
                        <a:rPr lang="en-US" baseline="0" dirty="0" smtClean="0"/>
                        <a:t> PARK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ARGENTINA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115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ROBORT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FROST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BROOKLEY 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MEXICO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116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RAJAN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PRAKASH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DELHI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117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RAGHU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RAMAN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CHENNAI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0585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Truncate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TRUNCATE TABLE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table_name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TRUNCATE TABLE Persons;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129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Truncate..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8921751"/>
              </p:ext>
            </p:extLst>
          </p:nvPr>
        </p:nvGraphicFramePr>
        <p:xfrm>
          <a:off x="457200" y="1600200"/>
          <a:ext cx="80772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1996440"/>
                <a:gridCol w="1645920"/>
                <a:gridCol w="1645920"/>
                <a:gridCol w="14935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  <a:cs typeface="Times New Roman" pitchFamily="18" charset="0"/>
                        </a:rPr>
                        <a:t>PERSON</a:t>
                      </a:r>
                      <a:r>
                        <a:rPr lang="en-US" dirty="0" smtClean="0">
                          <a:latin typeface="+mn-lt"/>
                        </a:rPr>
                        <a:t> ID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LAST NAME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FIRST NAME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ADDRESS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CITY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0585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DML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Data Manipulation Language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statements are used to retrieve, insert, update, remove and manage data within DB objects.</a:t>
            </a:r>
          </a:p>
          <a:p>
            <a:pPr marL="0" indent="0" algn="just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Select –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retrieves one or more rows from a table or view.</a:t>
            </a:r>
          </a:p>
          <a:p>
            <a:pPr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Insert –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insert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one or more rows from a table or view.</a:t>
            </a:r>
          </a:p>
          <a:p>
            <a:pPr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Update –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changes existing data in a table or view.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Delete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– removes one or more rows from a table or view.</a:t>
            </a:r>
          </a:p>
        </p:txBody>
      </p:sp>
    </p:spTree>
    <p:extLst>
      <p:ext uri="{BB962C8B-B14F-4D97-AF65-F5344CB8AC3E}">
        <p14:creationId xmlns:p14="http://schemas.microsoft.com/office/powerpoint/2010/main" val="2555201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 for DML statements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SELECT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SELECT column1, column2,….FROM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table_name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</a:t>
            </a:r>
          </a:p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Select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PersonName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City FROM Persons;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INSERT</a:t>
            </a:r>
          </a:p>
          <a:p>
            <a:pPr marL="398463" indent="0" algn="just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INSERT INTO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table_name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(column1, column2, ….) VALUES(value1, value2, value3……);</a:t>
            </a:r>
          </a:p>
          <a:p>
            <a:pPr marL="398463" indent="0" algn="just"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398463" indent="0" algn="just">
              <a:buNone/>
            </a:pP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398463" indent="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INSERT INTO Persons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PersonId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LastName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Firstname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Address,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CityName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VALUES (‘214’, ‘Ibrahim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Rasool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’, ‘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Rockfort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’,’West Bengal’);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055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Insert..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7197533"/>
              </p:ext>
            </p:extLst>
          </p:nvPr>
        </p:nvGraphicFramePr>
        <p:xfrm>
          <a:off x="457200" y="1600200"/>
          <a:ext cx="8077200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1996440"/>
                <a:gridCol w="1645920"/>
                <a:gridCol w="1645920"/>
                <a:gridCol w="14935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  <a:cs typeface="Times New Roman" pitchFamily="18" charset="0"/>
                        </a:rPr>
                        <a:t>PERSON</a:t>
                      </a:r>
                      <a:r>
                        <a:rPr lang="en-US" dirty="0" smtClean="0">
                          <a:latin typeface="+mn-lt"/>
                        </a:rPr>
                        <a:t> ID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LAST NAME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FIRST NAME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ADDRESS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CITY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111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MUKUND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RAVI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TAMILNADU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CHEPAUK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112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CHANDRAN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ABHINAV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AMERICA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NEWYORK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113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ABHINAV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ARJUN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NAINITAL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114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BAILLEY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GEORGE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FLORA</a:t>
                      </a:r>
                      <a:r>
                        <a:rPr lang="en-US" baseline="0" dirty="0" smtClean="0"/>
                        <a:t> PARK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ARGENTINA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115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ROBORT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FROST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BROOKLEY 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MEXICO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116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RAJAN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PRAKASH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DELHI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117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RAGHU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RAMAN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CHENNAI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214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IBRAHIM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RASOOL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ROCKFORT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WEST BENGAL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0585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/>
          </a:bodyPr>
          <a:lstStyle/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UPDATE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UPDATE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table_name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SET column1 = value1,  column2 =  value2 ,…..WHERE condition;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UPDATE Persons SET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LastName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=‘Peter’, City = ‘Mexico’, Where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PersonId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= 112;</a:t>
            </a:r>
          </a:p>
          <a:p>
            <a:pPr marL="0" indent="0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DELETE</a:t>
            </a: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DELETE FROM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table_name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WHERE condition;</a:t>
            </a: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  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DELETE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FROM Persons where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FirstName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= ‘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Prakash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’;</a:t>
            </a:r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30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Update.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6468218"/>
              </p:ext>
            </p:extLst>
          </p:nvPr>
        </p:nvGraphicFramePr>
        <p:xfrm>
          <a:off x="457200" y="1600200"/>
          <a:ext cx="80772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1996440"/>
                <a:gridCol w="1645920"/>
                <a:gridCol w="1645920"/>
                <a:gridCol w="14935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  <a:cs typeface="Times New Roman" pitchFamily="18" charset="0"/>
                        </a:rPr>
                        <a:t>PERSON</a:t>
                      </a:r>
                      <a:r>
                        <a:rPr lang="en-US" dirty="0" smtClean="0">
                          <a:latin typeface="+mn-lt"/>
                        </a:rPr>
                        <a:t> ID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LAST NAME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FIRST NAME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ADDRESS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CITY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111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MUKUND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RAVI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TAMILNADU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CHEPAUK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112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</a:rPr>
                        <a:t>PETER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ABHINAV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AMERICA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</a:rPr>
                        <a:t>MEXICO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113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ABHINAV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ARJUN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NAINITAL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114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BAILLEY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GEORGE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FLORA</a:t>
                      </a:r>
                      <a:r>
                        <a:rPr lang="en-US" baseline="0" dirty="0" smtClean="0"/>
                        <a:t> PARK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ARGENTINA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115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ROBORT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FROST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BROOKLEY 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MEXICO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116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RAJAN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PRAKASH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DELHI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117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RAGHU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RAMAN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CHENNAI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0585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Delete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4055325"/>
              </p:ext>
            </p:extLst>
          </p:nvPr>
        </p:nvGraphicFramePr>
        <p:xfrm>
          <a:off x="457200" y="1600200"/>
          <a:ext cx="80772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1996440"/>
                <a:gridCol w="1645920"/>
                <a:gridCol w="1645920"/>
                <a:gridCol w="14935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  <a:cs typeface="Times New Roman" pitchFamily="18" charset="0"/>
                        </a:rPr>
                        <a:t>PERSON</a:t>
                      </a:r>
                      <a:r>
                        <a:rPr lang="en-US" dirty="0" smtClean="0">
                          <a:latin typeface="+mn-lt"/>
                        </a:rPr>
                        <a:t> ID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LAST NAME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FIRST NAME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ADDRESS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CITY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111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MUKUND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RAVI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TAMILNADU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CHEPAUK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112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CHANDRAN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ABHINAV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AMERICA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NEWYORK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113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ABHINAV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ARJUN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NAINITAL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114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BAILLEY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GEORGE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FLORA</a:t>
                      </a:r>
                      <a:r>
                        <a:rPr lang="en-US" baseline="0" dirty="0" smtClean="0"/>
                        <a:t> PARK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ARGENTINA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115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ROBORT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FROST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BROOKLEY 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MEXICO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116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RAGHU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RAMAN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</a:rPr>
                        <a:t>CHENNAI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0585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DCL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algn="just"/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Data Control Language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statements are used to control the access of data stored in database and provide data security.</a:t>
            </a: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Grant  -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grants permission on securable to a principal.</a:t>
            </a: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Revoke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-  removes previously granted or denied permission.</a:t>
            </a: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938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DCL syntax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GRANT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GRANT &lt;object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priviliges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&gt; ON &lt;object name&gt;   TO &lt;User name&gt; [WITH GRANT OPTION]</a:t>
            </a: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GRANT SELECT, UPDATE ON Persons TO Ibrahim WITH     GRANT OPTION;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Privileges given to the user  are alter, delete,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indes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, insert, select and update.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631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REVOKE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REVOKE &lt;Object privileges&gt; ON &lt;Object Name&gt; FROM &lt;User Name&gt;</a:t>
            </a: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REVOKE UPDATE ON Persons FROM Ibrahim;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449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TCL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Transmission Control Language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statements are used to manage the changes made by DML statements. It allows statement to be grouped together into logical transactions.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Begin transaction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– It marks the starting point of an explicit transaction.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Commit transaction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– It marks the end of a successful implicit or explicit transaction.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Rollback transaction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– rolls back an explicit or implicit transaction to the beginning of the transaction, or to a save point inside the transaction.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Savepoint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transaction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– sets the save point within the transaction.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7396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TCL syntax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COMMIT TRANSACTION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It is used to permanently save any transaction into the   database.</a:t>
            </a:r>
          </a:p>
          <a:p>
            <a:pPr marL="0" indent="0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COMMIT;</a:t>
            </a: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ROLLBACK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restores the database to last saved point.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ROLLBACK TO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savepoint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_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endParaRPr lang="en-US" b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1275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SAVEPOINT 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- temporarily save the transaction so that you can rollback to that point whenever required.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  SAVEPOINT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savepoint_name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757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1032</TotalTime>
  <Words>993</Words>
  <Application>Microsoft Office PowerPoint</Application>
  <PresentationFormat>On-screen Show (4:3)</PresentationFormat>
  <Paragraphs>371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SQL Statements</vt:lpstr>
      <vt:lpstr>DDL</vt:lpstr>
      <vt:lpstr>Consider this table for whole querying explanation</vt:lpstr>
      <vt:lpstr>Syntax for DML statements</vt:lpstr>
      <vt:lpstr>Table created….</vt:lpstr>
      <vt:lpstr>PowerPoint Presentation</vt:lpstr>
      <vt:lpstr>Table altered…</vt:lpstr>
      <vt:lpstr>PowerPoint Presentation</vt:lpstr>
      <vt:lpstr>Truncate..</vt:lpstr>
      <vt:lpstr>DML</vt:lpstr>
      <vt:lpstr>Syntax for DML statements</vt:lpstr>
      <vt:lpstr>Insert..</vt:lpstr>
      <vt:lpstr>PowerPoint Presentation</vt:lpstr>
      <vt:lpstr>Update.</vt:lpstr>
      <vt:lpstr>Delete</vt:lpstr>
      <vt:lpstr>DCL</vt:lpstr>
      <vt:lpstr>DCL syntax</vt:lpstr>
      <vt:lpstr>PowerPoint Presentation</vt:lpstr>
      <vt:lpstr>TCL</vt:lpstr>
      <vt:lpstr>TCL syntax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Statements</dc:title>
  <dc:creator>admin</dc:creator>
  <cp:lastModifiedBy>admin</cp:lastModifiedBy>
  <cp:revision>40</cp:revision>
  <dcterms:created xsi:type="dcterms:W3CDTF">2018-10-05T05:17:44Z</dcterms:created>
  <dcterms:modified xsi:type="dcterms:W3CDTF">2018-10-06T08:36:56Z</dcterms:modified>
</cp:coreProperties>
</file>